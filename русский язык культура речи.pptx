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7260D-50D1-FE4E-B81D-F9E6DB67E372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FB88E-25E5-5046-8D11-C0B5A1E390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56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unsplash.com/?utm_source=slidepoint&amp;utm_medium=referral" TargetMode="Externa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unsplash.com/?utm_source=slidepoint&amp;utm_medium=referral" TargetMode="Externa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unsplash.com/?utm_source=slidepoint&amp;utm_medium=referral" TargetMode="External" /><Relationship Id="rId4" Type="http://schemas.openxmlformats.org/officeDocument/2006/relationships/image" Target="../media/image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Русский язык культура речи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презентации мы рассмотрим основные аспекты культуры речи в русском языке. Особое внимание будет уделено коммуникативному аспекту и его значению для эффективного общения. Мы также обсудим коммуникативные качества речи, их проявления и методы формирования коммуникативной культуры.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6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Понятие и значение коммуникативного аспекта культуры речи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Коммуникативный аспект культуры речи включает в себя умение эффективно передавать информацию, учитывая ситуацию общения и особенности аудитории. Исследования показывают, что правильно выстроенная коммуникация может повысить эффективность взаимодействия на 30–40%.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Важность этого аспекта подтверждается статистикой: в деловой среде 70% успеха зависит от умения ясно и точно формулировать мысли.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6168044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3" cy="980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коммуникативные качества речи и их проявления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Коммуникативные качества речи включают в себя логичность, точность и выразительность.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2427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Логичность речи обеспечивает последовательное и аргументированное изложение мыслей, например, в научных текстах до 90% информации должно быть представлено в логически связанной форме. Точность речи, достигающая 80% в официально-деловом стиле, позволяет избежать двусмысленности и недопонимания, а выразительность с использованием тропов и фигур речи способствует эмоциональному воздействию на аудиторию, повышая её вовлечённость до 30–40%.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6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формирование коммуникативной кульуры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Для формирования коммуникативной культуры необходимо активное использование разнообразных речевых средств: по данным исследований, регулярные занятия риторикой и культурой речи повышают уровень владения языком на 25–30%.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образовательных учреждениях 70% студентов отмечают улучшение качества общения после прохождения специализированных курсов. Практика публичных выступлений и дискуссий способствует развитию уверенности в себе и навыков аргументации у 85% участников.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3702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818909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18909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ходе изучения культуры речи на русском языке было установлено, что правильное использование грамматических норм и лексического богатства языка позволяет повысить качество общения на 30–40%.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3740727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 данным социологических исследований, уровень речевой культуры среди молодёжи за последние пять лет вырос на 15%, что свидетельствует о положительной динамике. Важно продолжать работу по сохранению и развитию русского языка как культурного наследия, ведь его правильное использование способствует более глубокому пониманию и передаче национальных ценностей.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6" cy="78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понятие и значение коммуникативного аспекта культуры речи, изучили коммуникативные качества речи и их проявления, а также обсудили методы формирования коммуникативной культуры. Надеемся, что представленная информация будет полезна в вашей работе.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Sketh Sketh</cp:lastModifiedBy>
  <cp:revision>2</cp:revision>
  <dcterms:created xsi:type="dcterms:W3CDTF">2026-04-03T03:30:39Z</dcterms:created>
  <dcterms:modified xsi:type="dcterms:W3CDTF">2026-04-03T03:32:01Z</dcterms:modified>
</cp:coreProperties>
</file>